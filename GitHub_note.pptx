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33CCC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</a:t>
            </a:r>
            <a:r>
              <a:rPr lang="en-US" altLang="zh-TW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</a:t>
            </a:r>
            <a:r>
              <a:rPr lang="en-US" altLang="zh-TW" sz="16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82A9D9-DE65-9FDC-801B-CA651E8E4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84C87-3C9D-2C2D-C3DA-7F3F6EBE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BCD9E3-A92D-0762-E454-0F3D56923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4D5D6D-E793-1F25-F8BC-56CE808CD2D6}"/>
              </a:ext>
            </a:extLst>
          </p:cNvPr>
          <p:cNvSpPr txBox="1"/>
          <p:nvPr/>
        </p:nvSpPr>
        <p:spPr>
          <a:xfrm>
            <a:off x="1717954" y="313598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首先在當前的路徑下新增一個要作為遠端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的路徑，並使用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指令建立目錄，建立完成後切換到該目錄。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0888157-CB95-8747-4DF1-E2F8661CE291}"/>
              </a:ext>
            </a:extLst>
          </p:cNvPr>
          <p:cNvSpPr txBox="1">
            <a:spLocks/>
          </p:cNvSpPr>
          <p:nvPr/>
        </p:nvSpPr>
        <p:spPr>
          <a:xfrm>
            <a:off x="1340359" y="253029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AEE6C9-2AED-5D81-62B7-C39F1704B49C}"/>
              </a:ext>
            </a:extLst>
          </p:cNvPr>
          <p:cNvSpPr txBox="1"/>
          <p:nvPr/>
        </p:nvSpPr>
        <p:spPr>
          <a:xfrm>
            <a:off x="2034847" y="4277403"/>
            <a:ext cx="9762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RemoteGitRepository.git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遠端倉庫名稱可自行定義，這邊要注意的是遠端倉庫的建立，其檔案名稱後要加上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RemoteGitRepository.git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切換到建立好的遠端倉庫目錄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A548C1-B211-8668-8F18-325331A5E238}"/>
              </a:ext>
            </a:extLst>
          </p:cNvPr>
          <p:cNvSpPr txBox="1"/>
          <p:nvPr/>
        </p:nvSpPr>
        <p:spPr>
          <a:xfrm>
            <a:off x="2034847" y="5897618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/d/CAI_Project/RemoteGitRepository.git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––bare 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這裡要注意的是初始化與先前的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倉庫不同，遠端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倉庫的初始化要加上參數 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--bare</a:t>
            </a:r>
            <a:endParaRPr lang="zh-TW" altLang="en-US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41F87C0-611A-9FD1-A8DD-B7421494E4DE}"/>
              </a:ext>
            </a:extLst>
          </p:cNvPr>
          <p:cNvSpPr txBox="1">
            <a:spLocks/>
          </p:cNvSpPr>
          <p:nvPr/>
        </p:nvSpPr>
        <p:spPr>
          <a:xfrm>
            <a:off x="1340359" y="538192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332675972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271</TotalTime>
  <Words>956</Words>
  <Application>Microsoft Office PowerPoint</Application>
  <PresentationFormat>寬螢幕</PresentationFormat>
  <Paragraphs>80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Conserve_Lic3</cp:lastModifiedBy>
  <cp:revision>7</cp:revision>
  <dcterms:created xsi:type="dcterms:W3CDTF">2025-11-13T07:35:53Z</dcterms:created>
  <dcterms:modified xsi:type="dcterms:W3CDTF">2025-11-14T09:41:14Z</dcterms:modified>
</cp:coreProperties>
</file>