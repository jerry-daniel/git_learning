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FF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</a:t>
            </a:r>
            <a:r>
              <a:rPr lang="en-US" altLang="zh-TW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</a:t>
            </a:r>
            <a:r>
              <a:rPr lang="en-US" altLang="zh-TW" sz="16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82A9D9-DE65-9FDC-801B-CA651E8E4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84C87-3C9D-2C2D-C3DA-7F3F6EBE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BCD9E3-A92D-0762-E454-0F3D56923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4D5D6D-E793-1F25-F8BC-56CE808CD2D6}"/>
              </a:ext>
            </a:extLst>
          </p:cNvPr>
          <p:cNvSpPr txBox="1"/>
          <p:nvPr/>
        </p:nvSpPr>
        <p:spPr>
          <a:xfrm>
            <a:off x="1717954" y="313598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首先在當前的路徑下新增一個要作為遠端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的路徑，並使用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指令建立目錄，建立完成後切換到該目錄。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0888157-CB95-8747-4DF1-E2F8661CE291}"/>
              </a:ext>
            </a:extLst>
          </p:cNvPr>
          <p:cNvSpPr txBox="1">
            <a:spLocks/>
          </p:cNvSpPr>
          <p:nvPr/>
        </p:nvSpPr>
        <p:spPr>
          <a:xfrm>
            <a:off x="1340359" y="253029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AEE6C9-2AED-5D81-62B7-C39F1704B49C}"/>
              </a:ext>
            </a:extLst>
          </p:cNvPr>
          <p:cNvSpPr txBox="1"/>
          <p:nvPr/>
        </p:nvSpPr>
        <p:spPr>
          <a:xfrm>
            <a:off x="2034847" y="4277403"/>
            <a:ext cx="9762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RemoteGitRepository.git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遠端倉庫名稱可自行定義，這邊要注意的是遠端倉庫的建立，其檔案名稱後要加上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RemoteGitRepository.git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切換到建立好的遠端倉庫目錄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A548C1-B211-8668-8F18-325331A5E238}"/>
              </a:ext>
            </a:extLst>
          </p:cNvPr>
          <p:cNvSpPr txBox="1"/>
          <p:nvPr/>
        </p:nvSpPr>
        <p:spPr>
          <a:xfrm>
            <a:off x="2034847" y="5897618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/d/CAI_Project/RemoteGitRepository.git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––bare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這裡要注意的是初始化與先前的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倉庫不同，遠端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倉庫的初始化要加上參數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--bare</a:t>
            </a:r>
            <a:endParaRPr lang="zh-TW" altLang="en-US" sz="1200" dirty="0">
              <a:solidFill>
                <a:schemeClr val="accent5">
                  <a:lumMod val="20000"/>
                  <a:lumOff val="8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41F87C0-611A-9FD1-A8DD-B7421494E4DE}"/>
              </a:ext>
            </a:extLst>
          </p:cNvPr>
          <p:cNvSpPr txBox="1">
            <a:spLocks/>
          </p:cNvSpPr>
          <p:nvPr/>
        </p:nvSpPr>
        <p:spPr>
          <a:xfrm>
            <a:off x="1340358" y="5259679"/>
            <a:ext cx="3796417" cy="46166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3326759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869BC-F225-87F2-3E43-C751BD8B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620685-3CEE-B4CB-5C01-71434B099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37BA50-EF39-2055-1154-EE4A286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1BC4B93-41CA-C332-1FFD-F3D330791DEF}"/>
              </a:ext>
            </a:extLst>
          </p:cNvPr>
          <p:cNvSpPr txBox="1"/>
          <p:nvPr/>
        </p:nvSpPr>
        <p:spPr>
          <a:xfrm>
            <a:off x="1717954" y="2944499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將目錄路徑切換到本地端的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，依照下列指令設定在這個目錄下的資料要推送到遠端的節點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(URL)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，以上述所建立的遠端倉庫為例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48591BF2-A41E-8B54-FABA-AF4712BFC073}"/>
              </a:ext>
            </a:extLst>
          </p:cNvPr>
          <p:cNvSpPr txBox="1">
            <a:spLocks/>
          </p:cNvSpPr>
          <p:nvPr/>
        </p:nvSpPr>
        <p:spPr>
          <a:xfrm>
            <a:off x="1340358" y="2427667"/>
            <a:ext cx="3966747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設定</a:t>
            </a:r>
            <a:r>
              <a:rPr lang="en-US" altLang="zh-TW" sz="1600" dirty="0">
                <a:solidFill>
                  <a:schemeClr val="bg1"/>
                </a:solidFill>
              </a:rPr>
              <a:t>Remote Git Repository</a:t>
            </a:r>
            <a:r>
              <a:rPr lang="zh-TW" altLang="en-US" sz="1600" dirty="0">
                <a:solidFill>
                  <a:schemeClr val="bg1"/>
                </a:solidFill>
              </a:rPr>
              <a:t>遠端節點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3E1B16-D632-8406-5F52-FD2E06F7C63F}"/>
              </a:ext>
            </a:extLst>
          </p:cNvPr>
          <p:cNvSpPr txBox="1"/>
          <p:nvPr/>
        </p:nvSpPr>
        <p:spPr>
          <a:xfrm>
            <a:off x="2034847" y="3910521"/>
            <a:ext cx="6669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add origin d:/Daniel_SIDE_PROJECT/TestDoc/RemoteGit.git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E92DE7C-2642-7584-AC47-BA33A34DD7E0}"/>
              </a:ext>
            </a:extLst>
          </p:cNvPr>
          <p:cNvSpPr txBox="1">
            <a:spLocks/>
          </p:cNvSpPr>
          <p:nvPr/>
        </p:nvSpPr>
        <p:spPr>
          <a:xfrm>
            <a:off x="1340359" y="4278510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確認遠端節點</a:t>
            </a:r>
            <a:r>
              <a:rPr lang="en-US" altLang="zh-TW" sz="1600" dirty="0">
                <a:solidFill>
                  <a:schemeClr val="bg1"/>
                </a:solidFill>
              </a:rPr>
              <a:t>(URL)</a:t>
            </a:r>
            <a:r>
              <a:rPr lang="zh-TW" altLang="en-US" sz="1600" dirty="0">
                <a:solidFill>
                  <a:schemeClr val="bg1"/>
                </a:solidFill>
              </a:rPr>
              <a:t>設定狀態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775DD89-B1BE-5C84-CA4C-68F9908F9E0B}"/>
              </a:ext>
            </a:extLst>
          </p:cNvPr>
          <p:cNvSpPr txBox="1"/>
          <p:nvPr/>
        </p:nvSpPr>
        <p:spPr>
          <a:xfrm>
            <a:off x="2034847" y="3655591"/>
            <a:ext cx="5567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遠端倉庫路徑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d:/Daniel_SIDE_PROJECT/TestDoc/RemoteGit.git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B3A339E-327F-8420-174D-26DFB1710A0A}"/>
              </a:ext>
            </a:extLst>
          </p:cNvPr>
          <p:cNvSpPr txBox="1"/>
          <p:nvPr/>
        </p:nvSpPr>
        <p:spPr>
          <a:xfrm>
            <a:off x="1717954" y="4601818"/>
            <a:ext cx="48733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完成上述的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推送節點設定後，下達以下指令確認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4A3CA1-8E68-3F2E-0DDA-B538278B2D93}"/>
              </a:ext>
            </a:extLst>
          </p:cNvPr>
          <p:cNvSpPr txBox="1"/>
          <p:nvPr/>
        </p:nvSpPr>
        <p:spPr>
          <a:xfrm>
            <a:off x="2034847" y="5103817"/>
            <a:ext cx="66698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/d/Daniel_SIDE_PROJECT/TestDoc/LocalGit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–v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d:/Daniel_SIDE_PROJECT/TestDoc/RemoteGit.git (fetch)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d:/Daniel_SIDE_PROJECT/TestDoc/RemoteGit.git (push)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6D2F73-6DEE-CD1B-1E77-99ECAC62B295}"/>
              </a:ext>
            </a:extLst>
          </p:cNvPr>
          <p:cNvSpPr txBox="1"/>
          <p:nvPr/>
        </p:nvSpPr>
        <p:spPr>
          <a:xfrm>
            <a:off x="1717953" y="6119480"/>
            <a:ext cx="771179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如成功完成推送遠端節點的設設，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“remote –v”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指令後會出現要推送的遠端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倉庫路徑。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550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95165D-BBFE-B968-8812-5920135B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 Test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B52210-FB3E-3961-061E-A7E9C7B3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commit, merge, pull and </a:t>
            </a:r>
            <a:r>
              <a:rPr lang="en-US" altLang="zh-TW"/>
              <a:t>push test.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01927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393</TotalTime>
  <Words>1170</Words>
  <Application>Microsoft Office PowerPoint</Application>
  <PresentationFormat>寬螢幕</PresentationFormat>
  <Paragraphs>96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登傑 許</cp:lastModifiedBy>
  <cp:revision>9</cp:revision>
  <dcterms:created xsi:type="dcterms:W3CDTF">2025-11-13T07:35:53Z</dcterms:created>
  <dcterms:modified xsi:type="dcterms:W3CDTF">2025-11-15T12:41:22Z</dcterms:modified>
</cp:coreProperties>
</file>