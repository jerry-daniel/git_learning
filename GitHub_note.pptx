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33CCC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72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39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640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730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12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67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207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354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957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5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7185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5907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04" r:id="rId6"/>
    <p:sldLayoutId id="2147483700" r:id="rId7"/>
    <p:sldLayoutId id="2147483701" r:id="rId8"/>
    <p:sldLayoutId id="2147483702" r:id="rId9"/>
    <p:sldLayoutId id="2147483703" r:id="rId10"/>
    <p:sldLayoutId id="2147483705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8">
            <a:extLst>
              <a:ext uri="{FF2B5EF4-FFF2-40B4-BE49-F238E27FC236}">
                <a16:creationId xmlns:a16="http://schemas.microsoft.com/office/drawing/2014/main" id="{46B9231A-B34B-4A29-A6AC-532E1EE81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3">
            <a:extLst>
              <a:ext uri="{FF2B5EF4-FFF2-40B4-BE49-F238E27FC236}">
                <a16:creationId xmlns:a16="http://schemas.microsoft.com/office/drawing/2014/main" id="{C4F5370D-7FB6-A4A6-0375-5FF2E386D4C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2"/>
          <a:stretch>
            <a:fillRect/>
          </a:stretch>
        </p:blipFill>
        <p:spPr>
          <a:xfrm>
            <a:off x="20" y="152"/>
            <a:ext cx="12191980" cy="685784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91D5913C-CA18-F77F-081C-A94DDF935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85233"/>
            <a:ext cx="5758628" cy="3355853"/>
          </a:xfrm>
        </p:spPr>
        <p:txBody>
          <a:bodyPr anchor="t">
            <a:normAutofit/>
          </a:bodyPr>
          <a:lstStyle/>
          <a:p>
            <a:r>
              <a:rPr lang="en-US" altLang="zh-TW" sz="6000">
                <a:solidFill>
                  <a:srgbClr val="FFFFFF"/>
                </a:solidFill>
              </a:rPr>
              <a:t>Git</a:t>
            </a:r>
            <a:endParaRPr lang="zh-TW" altLang="en-US" sz="6000">
              <a:solidFill>
                <a:srgbClr val="FFFFFF"/>
              </a:solidFill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41BBABE-96ED-9DFE-B86A-FE94BCB72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6119308" cy="1104721"/>
          </a:xfrm>
        </p:spPr>
        <p:txBody>
          <a:bodyPr anchor="t">
            <a:normAutofit/>
          </a:bodyPr>
          <a:lstStyle/>
          <a:p>
            <a:r>
              <a:rPr lang="en-US" altLang="zh-TW" dirty="0">
                <a:solidFill>
                  <a:srgbClr val="FFFFFF"/>
                </a:solidFill>
              </a:rPr>
              <a:t>GIT </a:t>
            </a:r>
            <a:r>
              <a:rPr lang="zh-TW" altLang="en-US" dirty="0">
                <a:solidFill>
                  <a:srgbClr val="FFFFFF"/>
                </a:solidFill>
              </a:rPr>
              <a:t>版本控管使用</a:t>
            </a:r>
            <a:r>
              <a:rPr lang="en-US" altLang="zh-TW" dirty="0">
                <a:solidFill>
                  <a:srgbClr val="FFFFFF"/>
                </a:solidFill>
              </a:rPr>
              <a:t>GIT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BASH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COMMAND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LINE</a:t>
            </a:r>
          </a:p>
          <a:p>
            <a:r>
              <a:rPr lang="en-US" altLang="zh-TW" dirty="0">
                <a:solidFill>
                  <a:srgbClr val="FFFFFF"/>
                </a:solidFill>
              </a:rPr>
              <a:t>GitHub</a:t>
            </a:r>
            <a:endParaRPr lang="zh-TW" altLang="en-US" dirty="0">
              <a:solidFill>
                <a:srgbClr val="FFFFFF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95436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64711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319E0B-CE52-5BD1-E3E7-765C35AA9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F5BB14-CB00-FB25-B911-203A52C54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8" y="2122664"/>
            <a:ext cx="8439266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初次安裝完成後可透過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Bash</a:t>
            </a:r>
            <a:r>
              <a:rPr lang="zh-TW" altLang="en-US" dirty="0">
                <a:solidFill>
                  <a:srgbClr val="00B0F0"/>
                </a:solidFill>
              </a:rPr>
              <a:t>輸入指令查看初始的設定參數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FBCA4F5-E5BB-3189-07AB-217E3BC6A781}"/>
              </a:ext>
            </a:extLst>
          </p:cNvPr>
          <p:cNvSpPr txBox="1"/>
          <p:nvPr/>
        </p:nvSpPr>
        <p:spPr>
          <a:xfrm>
            <a:off x="1717955" y="3824497"/>
            <a:ext cx="45986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––list ––show—origin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D444E1D1-AFAD-CB4A-F777-381A4CD925C5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查看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所有設定與來源命令</a:t>
            </a:r>
            <a:r>
              <a:rPr lang="en-US" altLang="zh-TW" sz="1800" dirty="0">
                <a:solidFill>
                  <a:schemeClr val="bg1"/>
                </a:solidFill>
              </a:rPr>
              <a:t>(</a:t>
            </a:r>
            <a:r>
              <a:rPr lang="zh-TW" altLang="en-US" sz="1800" dirty="0">
                <a:solidFill>
                  <a:schemeClr val="bg1"/>
                </a:solidFill>
              </a:rPr>
              <a:t>顯示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的設定值及設定值所在的文件來源位置</a:t>
            </a:r>
            <a:r>
              <a:rPr lang="en-US" altLang="zh-TW" sz="1800" dirty="0">
                <a:solidFill>
                  <a:schemeClr val="bg1"/>
                </a:solidFill>
              </a:rPr>
              <a:t>)</a:t>
            </a:r>
            <a:endParaRPr lang="zh-TW" altLang="en-US" sz="1800" dirty="0">
              <a:solidFill>
                <a:schemeClr val="bg1"/>
              </a:solidFill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45676DA1-17B6-2797-918C-06A37D64808C}"/>
              </a:ext>
            </a:extLst>
          </p:cNvPr>
          <p:cNvSpPr txBox="1">
            <a:spLocks/>
          </p:cNvSpPr>
          <p:nvPr/>
        </p:nvSpPr>
        <p:spPr>
          <a:xfrm>
            <a:off x="1340359" y="4684263"/>
            <a:ext cx="6907714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查看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所有設定命令</a:t>
            </a:r>
            <a:r>
              <a:rPr lang="en-US" altLang="zh-TW" sz="1800" dirty="0">
                <a:solidFill>
                  <a:schemeClr val="bg1"/>
                </a:solidFill>
              </a:rPr>
              <a:t>(</a:t>
            </a:r>
            <a:r>
              <a:rPr lang="zh-TW" altLang="en-US" sz="1800" dirty="0">
                <a:solidFill>
                  <a:schemeClr val="bg1"/>
                </a:solidFill>
              </a:rPr>
              <a:t>僅顯示當前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使用者的設定值</a:t>
            </a:r>
            <a:r>
              <a:rPr lang="en-US" altLang="zh-TW" sz="1800" dirty="0">
                <a:solidFill>
                  <a:schemeClr val="bg1"/>
                </a:solidFill>
              </a:rPr>
              <a:t>)</a:t>
            </a:r>
            <a:endParaRPr lang="zh-TW" altLang="en-US" sz="1800" dirty="0">
              <a:solidFill>
                <a:schemeClr val="bg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AD653F4-6C55-8C9B-A60D-C8EACCCAF416}"/>
              </a:ext>
            </a:extLst>
          </p:cNvPr>
          <p:cNvSpPr txBox="1"/>
          <p:nvPr/>
        </p:nvSpPr>
        <p:spPr>
          <a:xfrm>
            <a:off x="1717955" y="5548282"/>
            <a:ext cx="31392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––list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229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BE221-7B0B-76A5-1CA9-7D0574E07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E1611C-FEAE-4DE2-182D-F678E5D03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120D05-E4DF-E312-86C5-DD627B68E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8" y="2122664"/>
            <a:ext cx="8439266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初次安裝完成後修改使用者名稱及使用者電子郵件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D902992-3FA2-34AD-F14B-6334A4347363}"/>
              </a:ext>
            </a:extLst>
          </p:cNvPr>
          <p:cNvSpPr txBox="1"/>
          <p:nvPr/>
        </p:nvSpPr>
        <p:spPr>
          <a:xfrm>
            <a:off x="1717955" y="3824497"/>
            <a:ext cx="57586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user.name “Daniel Hsu”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B1D196B0-AF67-1254-11D8-36D27C59D265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修改使用者名稱</a:t>
            </a: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05C2B58A-D70C-1039-BCB3-965D3FA8A180}"/>
              </a:ext>
            </a:extLst>
          </p:cNvPr>
          <p:cNvSpPr txBox="1">
            <a:spLocks/>
          </p:cNvSpPr>
          <p:nvPr/>
        </p:nvSpPr>
        <p:spPr>
          <a:xfrm>
            <a:off x="1340359" y="4684263"/>
            <a:ext cx="6907714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修改使用者電子郵件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E47EF3E-7197-4F20-82EF-E63693FCCC12}"/>
              </a:ext>
            </a:extLst>
          </p:cNvPr>
          <p:cNvSpPr txBox="1"/>
          <p:nvPr/>
        </p:nvSpPr>
        <p:spPr>
          <a:xfrm>
            <a:off x="1717955" y="5548282"/>
            <a:ext cx="83135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user.email tengchiehhsu@gmail.com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381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DA797D-CF8E-8C27-4BC9-C8C5F2971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222447-6303-2A51-5074-1A424BFC2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5ACE2-EC53-E7DB-2542-5C91DEAA9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2122664"/>
            <a:ext cx="10821161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初次安裝完成後設定每次新建倉庫</a:t>
            </a:r>
            <a:r>
              <a:rPr lang="en-US" altLang="zh-TW" dirty="0">
                <a:solidFill>
                  <a:srgbClr val="00B0F0"/>
                </a:solidFill>
              </a:rPr>
              <a:t>(Repository)</a:t>
            </a:r>
            <a:r>
              <a:rPr lang="zh-TW" altLang="en-US" dirty="0">
                <a:solidFill>
                  <a:srgbClr val="00B0F0"/>
                </a:solidFill>
              </a:rPr>
              <a:t>時的分支</a:t>
            </a:r>
            <a:r>
              <a:rPr lang="en-US" altLang="zh-TW" dirty="0">
                <a:solidFill>
                  <a:srgbClr val="00B0F0"/>
                </a:solidFill>
              </a:rPr>
              <a:t>(Branch)</a:t>
            </a:r>
            <a:r>
              <a:rPr lang="zh-TW" altLang="en-US" dirty="0">
                <a:solidFill>
                  <a:srgbClr val="00B0F0"/>
                </a:solidFill>
              </a:rPr>
              <a:t>名稱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8D0028D1-76B2-FC4A-78B3-F77EA285B79B}"/>
              </a:ext>
            </a:extLst>
          </p:cNvPr>
          <p:cNvSpPr txBox="1"/>
          <p:nvPr/>
        </p:nvSpPr>
        <p:spPr>
          <a:xfrm>
            <a:off x="1717955" y="3824497"/>
            <a:ext cx="69077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define repository name: init.defaultbranch=master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7A909361-0F71-FA0D-18D3-6B12E7339139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修改新建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 </a:t>
            </a:r>
            <a:r>
              <a:rPr lang="en-US" altLang="zh-TW" sz="1800" dirty="0">
                <a:solidFill>
                  <a:schemeClr val="bg1"/>
                </a:solidFill>
              </a:rPr>
              <a:t>Repository</a:t>
            </a:r>
            <a:r>
              <a:rPr lang="zh-TW" altLang="en-US" sz="1800" dirty="0">
                <a:solidFill>
                  <a:schemeClr val="bg1"/>
                </a:solidFill>
              </a:rPr>
              <a:t>分支名稱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B08631E-5FF5-9159-62A0-8A39B78E220F}"/>
              </a:ext>
            </a:extLst>
          </p:cNvPr>
          <p:cNvSpPr txBox="1"/>
          <p:nvPr/>
        </p:nvSpPr>
        <p:spPr>
          <a:xfrm>
            <a:off x="1717955" y="4334636"/>
            <a:ext cx="72736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init.defaultbranch &lt;branch name&gt;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F03A98-A601-9278-A8D5-0BF7FF5875E6}"/>
              </a:ext>
            </a:extLst>
          </p:cNvPr>
          <p:cNvSpPr txBox="1"/>
          <p:nvPr/>
        </p:nvSpPr>
        <p:spPr>
          <a:xfrm>
            <a:off x="254805" y="6333766"/>
            <a:ext cx="8662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※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預設的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，若要使用預設值則不用重新定義。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32237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DA87A6-6BBB-014B-A9C4-7ED4DB9A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576B43-CB30-D01A-B5B1-7235D4B07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4B19A5-8D3B-9825-22A4-9754C7C61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00CB671-A28F-8FB7-B900-D6E740BF4B42}"/>
              </a:ext>
            </a:extLst>
          </p:cNvPr>
          <p:cNvSpPr txBox="1"/>
          <p:nvPr/>
        </p:nvSpPr>
        <p:spPr>
          <a:xfrm>
            <a:off x="1717954" y="2747130"/>
            <a:ext cx="9281740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首先在當前的路徑下新增一個要進行版控的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指令查看當前路徑，或是切換到想要建立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218AF644-58BF-CC74-BA36-57F7D56ED231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866262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建立新的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AAA2BEA-7482-213A-91B7-9121C8E0633C}"/>
              </a:ext>
            </a:extLst>
          </p:cNvPr>
          <p:cNvSpPr txBox="1"/>
          <p:nvPr/>
        </p:nvSpPr>
        <p:spPr>
          <a:xfrm>
            <a:off x="2034847" y="3566933"/>
            <a:ext cx="61409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cd d:/CAI_Project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切換到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D:/CAI_Project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DEC97E7-B73C-8160-B454-DEA5021C5391}"/>
              </a:ext>
            </a:extLst>
          </p:cNvPr>
          <p:cNvSpPr txBox="1"/>
          <p:nvPr/>
        </p:nvSpPr>
        <p:spPr>
          <a:xfrm>
            <a:off x="1717954" y="3905487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切換後，在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之前會顯示目前所在的路徑，如下：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C34DB80-E9A7-9113-2D51-5B4C4F7EB519}"/>
              </a:ext>
            </a:extLst>
          </p:cNvPr>
          <p:cNvSpPr txBox="1"/>
          <p:nvPr/>
        </p:nvSpPr>
        <p:spPr>
          <a:xfrm>
            <a:off x="2196212" y="4362015"/>
            <a:ext cx="7273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F2F76F4-9BF8-D671-6BB9-4D3E424D1B52}"/>
              </a:ext>
            </a:extLst>
          </p:cNvPr>
          <p:cNvSpPr txBox="1"/>
          <p:nvPr/>
        </p:nvSpPr>
        <p:spPr>
          <a:xfrm>
            <a:off x="2034847" y="5029242"/>
            <a:ext cx="53103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mkdir NewGitRepository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倉庫名稱可自行定義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 NewGitRepository</a:t>
            </a:r>
            <a:endParaRPr lang="zh-TW" altLang="en-US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FEB5CB1-1543-767D-1BC2-8C5BED4DD824}"/>
              </a:ext>
            </a:extLst>
          </p:cNvPr>
          <p:cNvSpPr txBox="1"/>
          <p:nvPr/>
        </p:nvSpPr>
        <p:spPr>
          <a:xfrm>
            <a:off x="1717954" y="5431816"/>
            <a:ext cx="5310375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切換目錄後，所在的目錄路徑如下：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5721289-3BCC-5498-9364-A4499EB0097E}"/>
              </a:ext>
            </a:extLst>
          </p:cNvPr>
          <p:cNvSpPr txBox="1"/>
          <p:nvPr/>
        </p:nvSpPr>
        <p:spPr>
          <a:xfrm>
            <a:off x="2034847" y="5893481"/>
            <a:ext cx="8830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/d/CAI_Project/NewGitRepository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A152E4C-E262-D4CD-462B-1DA75E8DE596}"/>
              </a:ext>
            </a:extLst>
          </p:cNvPr>
          <p:cNvSpPr txBox="1"/>
          <p:nvPr/>
        </p:nvSpPr>
        <p:spPr>
          <a:xfrm>
            <a:off x="1717954" y="4610996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，並切換到新建立的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路經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242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B831A2-780B-DFCB-D373-C39009015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78E74D-09C7-FBAA-8E81-AA59913D1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1812F4-CDAA-CB06-0D7F-871B478974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329278C-5F64-B2FD-6568-402D5E263990}"/>
              </a:ext>
            </a:extLst>
          </p:cNvPr>
          <p:cNvSpPr txBox="1"/>
          <p:nvPr/>
        </p:nvSpPr>
        <p:spPr>
          <a:xfrm>
            <a:off x="1717954" y="2747130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指令查看當前路徑，確認路徑是剛才建立的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目錄後接著下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進行倉庫初始化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E1B8AE2B-5B38-7960-D378-78A6ECF2BA8F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866262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初始化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D352081-1CA8-99B6-A60E-087356F9E9AA}"/>
              </a:ext>
            </a:extLst>
          </p:cNvPr>
          <p:cNvSpPr txBox="1"/>
          <p:nvPr/>
        </p:nvSpPr>
        <p:spPr>
          <a:xfrm>
            <a:off x="2034847" y="3175640"/>
            <a:ext cx="3783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init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初始化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1921340-7264-2AE2-7946-759375CDCADC}"/>
              </a:ext>
            </a:extLst>
          </p:cNvPr>
          <p:cNvSpPr txBox="1"/>
          <p:nvPr/>
        </p:nvSpPr>
        <p:spPr>
          <a:xfrm>
            <a:off x="2034847" y="5925949"/>
            <a:ext cx="7790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/d/CAI_Project/NewGitRepository</a:t>
            </a:r>
            <a:r>
              <a:rPr lang="zh-TW" altLang="en-US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952615F-3D36-2337-5EE0-6066F8258048}"/>
              </a:ext>
            </a:extLst>
          </p:cNvPr>
          <p:cNvSpPr txBox="1"/>
          <p:nvPr/>
        </p:nvSpPr>
        <p:spPr>
          <a:xfrm>
            <a:off x="1717954" y="5137582"/>
            <a:ext cx="9813054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初始化完成後，命令列路徑提示字串最後會顯示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“master”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，這是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預設的初始分支名稱，表示為版控的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『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主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』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版本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00C47F96-AF0D-D03F-099A-577CC96CC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8962" y="3700778"/>
            <a:ext cx="2028825" cy="876300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6D31D7E3-1F0C-0BDC-C124-E3D5D36BBC99}"/>
              </a:ext>
            </a:extLst>
          </p:cNvPr>
          <p:cNvSpPr txBox="1"/>
          <p:nvPr/>
        </p:nvSpPr>
        <p:spPr>
          <a:xfrm>
            <a:off x="5671670" y="4108090"/>
            <a:ext cx="45630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初始化完成後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目錄中會出現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的資料夾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隱藏檔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3157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EAE79C-5D44-A23C-B7EE-9E96464F0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B3281E-F36E-73EC-7324-D18EDA72F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39F662-30D5-300B-A183-1405EC1D2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在新的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建立檔案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1ED9965-7A6C-3699-436F-161E72E40F31}"/>
              </a:ext>
            </a:extLst>
          </p:cNvPr>
          <p:cNvSpPr txBox="1"/>
          <p:nvPr/>
        </p:nvSpPr>
        <p:spPr>
          <a:xfrm>
            <a:off x="1717954" y="2747130"/>
            <a:ext cx="8851434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98748C2C-30D0-78F2-F8F7-053B77EC740B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319578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建立檔案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77865B6-1691-10A5-AA96-36446E960DEC}"/>
              </a:ext>
            </a:extLst>
          </p:cNvPr>
          <p:cNvSpPr txBox="1"/>
          <p:nvPr/>
        </p:nvSpPr>
        <p:spPr>
          <a:xfrm>
            <a:off x="8636035" y="3865801"/>
            <a:ext cx="3147874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因為初始化後的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目錄是空的，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所以會提示要使用者新增檔案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C8D2AF8-FDFA-3CF3-31FB-7DB577E0E97A}"/>
              </a:ext>
            </a:extLst>
          </p:cNvPr>
          <p:cNvSpPr txBox="1"/>
          <p:nvPr/>
        </p:nvSpPr>
        <p:spPr>
          <a:xfrm>
            <a:off x="2034847" y="5226362"/>
            <a:ext cx="45900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echo “This is new test file” &gt; test_file.txt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519C9C6-41B2-1878-39DD-D077FB115472}"/>
              </a:ext>
            </a:extLst>
          </p:cNvPr>
          <p:cNvSpPr txBox="1"/>
          <p:nvPr/>
        </p:nvSpPr>
        <p:spPr>
          <a:xfrm>
            <a:off x="1717954" y="4715184"/>
            <a:ext cx="5050399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“echo”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指令來新增檔案，以文字檔為例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D993D28-2F74-2239-225D-7D0B39151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951" y="3335947"/>
            <a:ext cx="6343650" cy="1152525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9203D5E-7DB4-15A2-F644-08973B841815}"/>
              </a:ext>
            </a:extLst>
          </p:cNvPr>
          <p:cNvSpPr txBox="1"/>
          <p:nvPr/>
        </p:nvSpPr>
        <p:spPr>
          <a:xfrm>
            <a:off x="6624918" y="5235793"/>
            <a:ext cx="40222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echo “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檔案內容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檔案名稱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副檔名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D60149B3-1506-B58B-9509-70FC5E3CB9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951" y="5683113"/>
            <a:ext cx="2181225" cy="1000125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52E8803E-CA6A-3C68-DF29-3DAB694D734E}"/>
              </a:ext>
            </a:extLst>
          </p:cNvPr>
          <p:cNvSpPr txBox="1"/>
          <p:nvPr/>
        </p:nvSpPr>
        <p:spPr>
          <a:xfrm>
            <a:off x="6104263" y="6333508"/>
            <a:ext cx="47624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NewGitRepository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目錄中出現剛才所新增的檔案，及檔案內容。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1D25E543-FCB3-B171-FE95-92D47BBDC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882" y="5839410"/>
            <a:ext cx="1590675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881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32A17-5789-AF87-3411-16F935C2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1F09EC-0B75-DC61-1065-29FFC9AC1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5948643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9EE9B5-33D8-A26B-C06C-8CFD368AF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57112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將新建立的檔案存入暫存區</a:t>
            </a:r>
            <a:r>
              <a:rPr lang="en-US" altLang="zh-TW" dirty="0">
                <a:solidFill>
                  <a:srgbClr val="00B0F0"/>
                </a:solidFill>
              </a:rPr>
              <a:t>(</a:t>
            </a:r>
            <a:r>
              <a:rPr lang="zh-TW" altLang="en-US" dirty="0">
                <a:solidFill>
                  <a:srgbClr val="00B0F0"/>
                </a:solidFill>
              </a:rPr>
              <a:t>進行追蹤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01D1101-ED7D-F893-BE10-D0A92CA11880}"/>
              </a:ext>
            </a:extLst>
          </p:cNvPr>
          <p:cNvSpPr txBox="1"/>
          <p:nvPr/>
        </p:nvSpPr>
        <p:spPr>
          <a:xfrm>
            <a:off x="1717954" y="2747130"/>
            <a:ext cx="4790422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740248F0-66D1-7D2B-E347-CF48A88AD79F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319578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新建檔案追蹤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FD7AEF-F4D9-B768-DA41-874E43B6A37F}"/>
              </a:ext>
            </a:extLst>
          </p:cNvPr>
          <p:cNvSpPr txBox="1"/>
          <p:nvPr/>
        </p:nvSpPr>
        <p:spPr>
          <a:xfrm>
            <a:off x="8177982" y="3887939"/>
            <a:ext cx="3191662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因為新增的檔案沒有進行追蹤，檔案名稱以紅色顏色提示要求使用者先進行追蹤後再做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動作。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E8C30B3-64E8-01EC-FF90-954AA7B64EC0}"/>
              </a:ext>
            </a:extLst>
          </p:cNvPr>
          <p:cNvSpPr txBox="1"/>
          <p:nvPr/>
        </p:nvSpPr>
        <p:spPr>
          <a:xfrm>
            <a:off x="2034848" y="5540447"/>
            <a:ext cx="2501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add test_file.txt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421A2BC-4D2C-3516-39A7-C7C1E1842AD3}"/>
              </a:ext>
            </a:extLst>
          </p:cNvPr>
          <p:cNvSpPr txBox="1"/>
          <p:nvPr/>
        </p:nvSpPr>
        <p:spPr>
          <a:xfrm>
            <a:off x="1717955" y="4895710"/>
            <a:ext cx="36429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指令將新增的檔案，進行追蹤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D2BA613-F64B-364C-73B2-6F21F37C9D92}"/>
              </a:ext>
            </a:extLst>
          </p:cNvPr>
          <p:cNvSpPr txBox="1"/>
          <p:nvPr/>
        </p:nvSpPr>
        <p:spPr>
          <a:xfrm>
            <a:off x="6588722" y="6410338"/>
            <a:ext cx="5316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新增的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test_file.txt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檔案會出現打勾的圖示，表示完成檔案追蹤。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20852F7-A9AE-783D-E6C9-0A9A491F3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847" y="3174617"/>
            <a:ext cx="5948643" cy="1672618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3868275F-0BC5-85AA-E4E9-D2C406378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532" y="5760678"/>
            <a:ext cx="199072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944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1532BE-DA99-EA06-A802-9CC78EE9A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78FFB9-BDD2-7F29-2319-85C9D92FA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5948643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88F3F50-6E26-8449-38BC-E577BA2B51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6329844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將</a:t>
            </a:r>
            <a:r>
              <a:rPr lang="en-US" altLang="zh-TW" dirty="0">
                <a:solidFill>
                  <a:srgbClr val="00B0F0"/>
                </a:solidFill>
              </a:rPr>
              <a:t>Git Repository</a:t>
            </a:r>
            <a:r>
              <a:rPr lang="zh-TW" altLang="en-US" dirty="0">
                <a:solidFill>
                  <a:srgbClr val="00B0F0"/>
                </a:solidFill>
              </a:rPr>
              <a:t>進行</a:t>
            </a:r>
            <a:r>
              <a:rPr lang="en-US" altLang="zh-TW" dirty="0">
                <a:solidFill>
                  <a:srgbClr val="00B0F0"/>
                </a:solidFill>
              </a:rPr>
              <a:t>Commit(</a:t>
            </a:r>
            <a:r>
              <a:rPr lang="zh-TW" altLang="en-US" dirty="0">
                <a:solidFill>
                  <a:srgbClr val="00B0F0"/>
                </a:solidFill>
              </a:rPr>
              <a:t>理解為存檔的概念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5E97B2-CD73-11AA-0BB9-D101C8F884AC}"/>
              </a:ext>
            </a:extLst>
          </p:cNvPr>
          <p:cNvSpPr txBox="1"/>
          <p:nvPr/>
        </p:nvSpPr>
        <p:spPr>
          <a:xfrm>
            <a:off x="1717954" y="2747130"/>
            <a:ext cx="4790422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81A07E7F-7A42-8C4B-3678-3E84FE9E12CD}"/>
              </a:ext>
            </a:extLst>
          </p:cNvPr>
          <p:cNvSpPr txBox="1">
            <a:spLocks/>
          </p:cNvSpPr>
          <p:nvPr/>
        </p:nvSpPr>
        <p:spPr>
          <a:xfrm>
            <a:off x="1340358" y="2252412"/>
            <a:ext cx="4388089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>
                <a:solidFill>
                  <a:schemeClr val="bg1"/>
                </a:solidFill>
              </a:rPr>
              <a:t>將</a:t>
            </a:r>
            <a:r>
              <a:rPr lang="en-US" altLang="zh-TW" sz="1600" dirty="0">
                <a:solidFill>
                  <a:schemeClr val="bg1"/>
                </a:solidFill>
              </a:rPr>
              <a:t>NewGitRepository</a:t>
            </a:r>
            <a:r>
              <a:rPr lang="zh-TW" altLang="en-US" sz="1600" dirty="0">
                <a:solidFill>
                  <a:schemeClr val="bg1"/>
                </a:solidFill>
              </a:rPr>
              <a:t>中所有的內容進行</a:t>
            </a:r>
            <a:r>
              <a:rPr lang="en-US" altLang="zh-TW" sz="1600" dirty="0">
                <a:solidFill>
                  <a:schemeClr val="bg1"/>
                </a:solidFill>
              </a:rPr>
              <a:t>Commit</a:t>
            </a:r>
            <a:endParaRPr lang="zh-TW" altLang="en-US" sz="1600" dirty="0">
              <a:solidFill>
                <a:schemeClr val="bg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6D8E2B2-4357-182B-3E48-5EFA36330401}"/>
              </a:ext>
            </a:extLst>
          </p:cNvPr>
          <p:cNvSpPr txBox="1"/>
          <p:nvPr/>
        </p:nvSpPr>
        <p:spPr>
          <a:xfrm>
            <a:off x="8133157" y="3977661"/>
            <a:ext cx="3879548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已進行了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將檔案進行追蹤，檔案名稱變為綠色，但仍處於為存檔狀態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(No commits yet )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0A04761-C550-CC3B-D99A-6BFC4997AD2B}"/>
              </a:ext>
            </a:extLst>
          </p:cNvPr>
          <p:cNvSpPr txBox="1"/>
          <p:nvPr/>
        </p:nvSpPr>
        <p:spPr>
          <a:xfrm>
            <a:off x="2034847" y="5339830"/>
            <a:ext cx="34336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commit –m “First commit”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DFA0FE7-C8C0-3CCC-35FE-0CE4E6163444}"/>
              </a:ext>
            </a:extLst>
          </p:cNvPr>
          <p:cNvSpPr txBox="1"/>
          <p:nvPr/>
        </p:nvSpPr>
        <p:spPr>
          <a:xfrm>
            <a:off x="1717954" y="4895710"/>
            <a:ext cx="5166939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指令進行存檔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AECD62F-4AE0-07B6-7506-7F9F66B025B5}"/>
              </a:ext>
            </a:extLst>
          </p:cNvPr>
          <p:cNvSpPr txBox="1"/>
          <p:nvPr/>
        </p:nvSpPr>
        <p:spPr>
          <a:xfrm>
            <a:off x="8352383" y="5816270"/>
            <a:ext cx="3749875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後面的參數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–m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是要加入每一次進行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的簡要說明，不能空白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0638820-D59F-260E-6E0A-489AD33A2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679" y="3254305"/>
            <a:ext cx="6004944" cy="1446712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5EE1E200-6CEB-0B66-1D47-CADB895B0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679" y="5706376"/>
            <a:ext cx="6329844" cy="842461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EB24B039-5556-4027-B66A-C11CDA465991}"/>
              </a:ext>
            </a:extLst>
          </p:cNvPr>
          <p:cNvSpPr txBox="1"/>
          <p:nvPr/>
        </p:nvSpPr>
        <p:spPr>
          <a:xfrm>
            <a:off x="5060382" y="5345040"/>
            <a:ext cx="5166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命令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(commit)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參數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“commit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的簡要說明文字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01226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視圖</Template>
  <TotalTime>260</TotalTime>
  <Words>795</Words>
  <Application>Microsoft Office PowerPoint</Application>
  <PresentationFormat>寬螢幕</PresentationFormat>
  <Paragraphs>71</Paragraphs>
  <Slides>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4" baseType="lpstr">
      <vt:lpstr>Arial</vt:lpstr>
      <vt:lpstr>Courier New</vt:lpstr>
      <vt:lpstr>Grandview Display</vt:lpstr>
      <vt:lpstr>Wingdings</vt:lpstr>
      <vt:lpstr>DashVTI</vt:lpstr>
      <vt:lpstr>Git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Conserve_Lic3</dc:creator>
  <cp:lastModifiedBy>Conserve_Lic3</cp:lastModifiedBy>
  <cp:revision>5</cp:revision>
  <dcterms:created xsi:type="dcterms:W3CDTF">2025-11-13T07:35:53Z</dcterms:created>
  <dcterms:modified xsi:type="dcterms:W3CDTF">2025-11-14T03:34:39Z</dcterms:modified>
</cp:coreProperties>
</file>