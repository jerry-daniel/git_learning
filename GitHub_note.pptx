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1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CC"/>
    <a:srgbClr val="FF00FF"/>
    <a:srgbClr val="00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5610A-17B4-4656-93CF-E1D9982860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2951825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51C80B-DFD6-415B-BA5B-E56E510CD1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4584879"/>
            <a:ext cx="6675120" cy="1287887"/>
          </a:xfrm>
        </p:spPr>
        <p:txBody>
          <a:bodyPr anchor="b">
            <a:normAutofit/>
          </a:bodyPr>
          <a:lstStyle>
            <a:lvl1pPr marL="0" indent="0" algn="l">
              <a:lnSpc>
                <a:spcPct val="130000"/>
              </a:lnSpc>
              <a:buNone/>
              <a:defRPr sz="1800" b="1" cap="all" spc="3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A2065B-06FF-4991-9F8A-4BE25457B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4479B-705B-4489-957E-7E8A228BDFA0}" type="datetime1">
              <a:rPr lang="en-US" smtClean="0"/>
              <a:t>11/13/2025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0DF2FA-C604-45D8-A633-11D3742EC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EE5DA9-2D04-4850-AB9F-BD3538165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83728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8B246-6A68-46BE-9DBD-614FA8CF4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E47706-8D18-4093-A7C1-F30D7543CE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C7C8FC-AAEA-4AB6-9DB5-2503F58F0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89F774-3FA6-43B8-9241-99959C8FD463}" type="datetime1">
              <a:rPr lang="en-US" smtClean="0"/>
              <a:t>11/13/2025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B1616B-3F08-4869-A522-773C38940F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030CE6-9124-4B3A-A912-AE16B5C34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0390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1BB59B6-79B9-97F5-AC3B-DF65899D39D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6C78885-57B2-4930-BD7D-CBF916EDF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291366"/>
            <a:ext cx="9214884" cy="3159974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495E4-2F8B-4CC7-88AC-A312067E60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5018567"/>
            <a:ext cx="7907079" cy="1073889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585CC9-BAD3-4807-90BB-97DA2D6A6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04452-5DCC-4FE2-A5C9-8A5EF6714D65}" type="datetime1">
              <a:rPr lang="en-US" smtClean="0"/>
              <a:t>11/13/2025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108CEF-165F-4D7E-9666-5CD0156B4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0EBC3D-3277-4D34-9F67-71040C21E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F05EAE5-4812-F718-6D75-962788418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6281" y="4715234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564051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477A4-4D01-45B6-9563-0BF13BA72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E17E00-96AC-45F0-82B2-9F601E9B93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40080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BA30CD-95C0-427B-A571-A7D8A53278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18928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F67CAC-53E4-44AF-BEAC-8FFB96F05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79ABC2-0180-4F3A-A895-A85BC724D472}" type="datetime1">
              <a:rPr lang="en-US" smtClean="0"/>
              <a:t>11/13/2025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3D9F3A-E7F0-45E7-AFA8-0D4A669EC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5F008B-58BB-45FF-923F-5909DAB49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87303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7B549-9E51-42E0-992A-73E7759577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599"/>
            <a:ext cx="10890929" cy="93975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1A5FDC-7C4B-45FB-8462-E2CE79919F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79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D8B686-2E92-45B9-A3D7-9DCAA0C50B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0079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ADB526-4A44-47B6-8D14-93202E590A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18928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4177CA-5C13-4311-BFD3-B98FBD942D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18928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DEA255A-4CB5-40CA-B756-1AA5E27C2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EA9BA-4E8F-439E-BEA4-91FBA01E3F5F}" type="datetime1">
              <a:rPr lang="en-US" smtClean="0"/>
              <a:t>11/13/2025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F3072C4-10F1-49B8-B0BF-69204EDDC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A5ACC97-44C1-4887-909B-E6732D3C1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17121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7D313-943A-47E0-8A7A-DFFBCC297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AC25A7-81C8-4AA1-AD9F-C78A451FDE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15BF18-0007-481C-AA29-413124BC3EE7}" type="datetime1">
              <a:rPr lang="en-US" smtClean="0"/>
              <a:t>11/13/2025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F54740-6022-46B2-9C55-B60E965168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9497C9-6B5E-46D6-8FE9-0A5E0CF7F9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02677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149F9F0F-FB8C-5565-247C-BDCC156B5CA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740D3C-270A-401A-810C-2F86BBBB87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E9870-3748-43AD-B547-02A075CB4A1D}" type="datetime1">
              <a:rPr lang="en-US" smtClean="0"/>
              <a:t>11/13/2025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CBE9F8-1765-4F36-A4DE-1DB136025A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90CF9E-A6C6-4873-ADBE-7A2939319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72071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8CDF8-00AD-4441-A6D5-9D7A659E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330AF-CB7E-420A-AE8A-E02E903258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36519" y="1031001"/>
            <a:ext cx="6594490" cy="516636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3257AD-2422-4CDA-9C55-700F4B5BF2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8"/>
            <a:ext cx="3859397" cy="322682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1B7454-C1CC-46F2-A6FB-1FE786C48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E7897-33C5-4F1A-9307-D068E37F3DC7}" type="datetime1">
              <a:rPr lang="en-US" smtClean="0"/>
              <a:t>11/13/2025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077DBE-6CC7-421B-AB5E-341E20BD9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6EAB8F-7526-4CDB-B782-FAD8B3E70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93548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31647F-5A61-44C9-81DC-331C9AE5D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1627A0F-F1B8-49BE-A0FF-7FE16E3BDCC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37760" y="1033271"/>
            <a:ext cx="6592824" cy="516636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6D1BD6-1519-4431-9FAF-7D4F412997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7"/>
            <a:ext cx="3859397" cy="32268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A587A0-353B-42C2-BA96-B1ADEDF64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171BA-CC09-47C8-A6DF-F5C5CB59CEEC}" type="datetime1">
              <a:rPr lang="en-US" smtClean="0"/>
              <a:t>11/13/2025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D5A88E-3957-4B76-B1BE-4164029217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F7C5FD-E56A-4C66-8F23-087F95A2F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99576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E4BB7-3F30-4C31-9BB2-8EC24FC0A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CF4134-70F5-4EE6-88BE-49D129630C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9EABC7-C044-44DE-B303-55A0581DA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6AD-7C08-490A-ADA4-B47E10FB2407}" type="datetime1">
              <a:rPr lang="en-US" smtClean="0"/>
              <a:t>11/13/2025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A63E1-5BC5-402E-9916-BAB84BCF0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2EF915-AF64-4ECC-8B1A-B7E6A89B7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8253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1CB3635-47E1-90D8-B693-DA85A66B383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6EB09414-2AA1-4D8E-A00A-C092FBC92D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09219" y="640079"/>
            <a:ext cx="1811773" cy="553688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2C3A78-37C5-46D0-9DF4-CB78AF883C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40080" y="640080"/>
            <a:ext cx="8412422" cy="553688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8705E-925D-4F57-8268-107CE3CF4C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95027-4255-49E7-9841-CD21BCC99996}" type="datetime1">
              <a:rPr lang="en-US" smtClean="0"/>
              <a:t>11/13/2025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FE207E-070D-4EC8-A44C-21F1815FDA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5D01D1-C266-4161-A820-C084B9801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230604F-219C-2DEE-830E-27274CC2FE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rot="5400000">
            <a:off x="10872154" y="1192438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71851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B4E786-7636-4278-8595-D365D28A7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601"/>
            <a:ext cx="10890929" cy="10972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740849-7059-4C70-992B-5304D2EE9B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2633472"/>
            <a:ext cx="10890928" cy="35661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9FEBF6-CEA6-4332-87B3-697807571C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4008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DA38F49-B3E2-4BF0-BEC7-C30D34ABBB8D}" type="datetime1">
              <a:rPr lang="en-US" smtClean="0"/>
              <a:t>11/13/2025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6BAF94-621C-43E1-BA0C-410A689903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67622" y="6356350"/>
            <a:ext cx="40403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7D19E5-9E16-48C9-AAE2-0C70679A8D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07995" y="6356350"/>
            <a:ext cx="7230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59079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6" r:id="rId1"/>
    <p:sldLayoutId id="2147483707" r:id="rId2"/>
    <p:sldLayoutId id="2147483708" r:id="rId3"/>
    <p:sldLayoutId id="2147483709" r:id="rId4"/>
    <p:sldLayoutId id="2147483710" r:id="rId5"/>
    <p:sldLayoutId id="2147483704" r:id="rId6"/>
    <p:sldLayoutId id="2147483700" r:id="rId7"/>
    <p:sldLayoutId id="2147483701" r:id="rId8"/>
    <p:sldLayoutId id="2147483702" r:id="rId9"/>
    <p:sldLayoutId id="2147483703" r:id="rId10"/>
    <p:sldLayoutId id="2147483705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87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93776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51560" indent="-28575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98448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8">
            <a:extLst>
              <a:ext uri="{FF2B5EF4-FFF2-40B4-BE49-F238E27FC236}">
                <a16:creationId xmlns:a16="http://schemas.microsoft.com/office/drawing/2014/main" id="{46B9231A-B34B-4A29-A6AC-532E1EE815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3">
            <a:extLst>
              <a:ext uri="{FF2B5EF4-FFF2-40B4-BE49-F238E27FC236}">
                <a16:creationId xmlns:a16="http://schemas.microsoft.com/office/drawing/2014/main" id="{C4F5370D-7FB6-A4A6-0375-5FF2E386D4C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0000"/>
          </a:blip>
          <a:srcRect t="2"/>
          <a:stretch>
            <a:fillRect/>
          </a:stretch>
        </p:blipFill>
        <p:spPr>
          <a:xfrm>
            <a:off x="20" y="152"/>
            <a:ext cx="12191980" cy="6857848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91D5913C-CA18-F77F-081C-A94DDF935A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985233"/>
            <a:ext cx="5758628" cy="3355853"/>
          </a:xfrm>
        </p:spPr>
        <p:txBody>
          <a:bodyPr anchor="t">
            <a:normAutofit/>
          </a:bodyPr>
          <a:lstStyle/>
          <a:p>
            <a:r>
              <a:rPr lang="en-US" altLang="zh-TW" sz="6000">
                <a:solidFill>
                  <a:srgbClr val="FFFFFF"/>
                </a:solidFill>
              </a:rPr>
              <a:t>Git</a:t>
            </a:r>
            <a:endParaRPr lang="zh-TW" altLang="en-US" sz="6000">
              <a:solidFill>
                <a:srgbClr val="FFFFFF"/>
              </a:solidFill>
            </a:endParaRP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41BBABE-96ED-9DFE-B86A-FE94BCB72A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5251621"/>
            <a:ext cx="4439920" cy="1104721"/>
          </a:xfrm>
        </p:spPr>
        <p:txBody>
          <a:bodyPr anchor="t">
            <a:normAutofit/>
          </a:bodyPr>
          <a:lstStyle/>
          <a:p>
            <a:r>
              <a:rPr lang="zh-TW" altLang="en-US">
                <a:solidFill>
                  <a:srgbClr val="FFFFFF"/>
                </a:solidFill>
              </a:rPr>
              <a:t>版本控管</a:t>
            </a:r>
            <a:endParaRPr lang="en-US" altLang="zh-TW">
              <a:solidFill>
                <a:srgbClr val="FFFFFF"/>
              </a:solidFill>
            </a:endParaRPr>
          </a:p>
          <a:p>
            <a:r>
              <a:rPr lang="en-US" altLang="zh-TW">
                <a:solidFill>
                  <a:srgbClr val="FFFFFF"/>
                </a:solidFill>
              </a:rPr>
              <a:t>GitHub</a:t>
            </a:r>
            <a:endParaRPr lang="zh-TW" altLang="en-US">
              <a:solidFill>
                <a:srgbClr val="FFFFFF"/>
              </a:solidFill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0CE0765-E93C-4D37-9D5F-D464EFB10F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4954368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7647110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0319E0B-CE52-5BD1-E3E7-765C35AA9D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123237"/>
            <a:ext cx="10890929" cy="1097280"/>
          </a:xfrm>
        </p:spPr>
        <p:txBody>
          <a:bodyPr anchor="ctr" anchorCtr="0"/>
          <a:lstStyle/>
          <a:p>
            <a:r>
              <a:rPr lang="en-US" altLang="zh-TW" dirty="0">
                <a:solidFill>
                  <a:srgbClr val="FFC000"/>
                </a:solidFill>
              </a:rPr>
              <a:t>Git Bash – Command Line</a:t>
            </a:r>
            <a:endParaRPr lang="zh-TW" altLang="en-US" dirty="0">
              <a:solidFill>
                <a:srgbClr val="FFC000"/>
              </a:solidFill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6F5BB14-CB00-FB25-B911-203A52C54E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7098" y="2122664"/>
            <a:ext cx="8439266" cy="692434"/>
          </a:xfrm>
        </p:spPr>
        <p:txBody>
          <a:bodyPr anchor="ctr" anchorCtr="0">
            <a:noAutofit/>
          </a:bodyPr>
          <a:lstStyle/>
          <a:p>
            <a:pPr>
              <a:buFont typeface="Wingdings" panose="05000000000000000000" pitchFamily="2" charset="2"/>
              <a:buChar char="l"/>
            </a:pPr>
            <a:r>
              <a:rPr lang="zh-TW" altLang="en-US" dirty="0">
                <a:solidFill>
                  <a:srgbClr val="00B0F0"/>
                </a:solidFill>
              </a:rPr>
              <a:t> </a:t>
            </a:r>
            <a:r>
              <a:rPr lang="en-US" altLang="zh-TW" dirty="0">
                <a:solidFill>
                  <a:srgbClr val="00B0F0"/>
                </a:solidFill>
              </a:rPr>
              <a:t>Git</a:t>
            </a:r>
            <a:r>
              <a:rPr lang="zh-TW" altLang="en-US" dirty="0">
                <a:solidFill>
                  <a:srgbClr val="00B0F0"/>
                </a:solidFill>
              </a:rPr>
              <a:t>初次安裝完成後可透過</a:t>
            </a:r>
            <a:r>
              <a:rPr lang="en-US" altLang="zh-TW" dirty="0">
                <a:solidFill>
                  <a:srgbClr val="00B0F0"/>
                </a:solidFill>
              </a:rPr>
              <a:t>Git</a:t>
            </a:r>
            <a:r>
              <a:rPr lang="zh-TW" altLang="en-US" dirty="0">
                <a:solidFill>
                  <a:srgbClr val="00B0F0"/>
                </a:solidFill>
              </a:rPr>
              <a:t> </a:t>
            </a:r>
            <a:r>
              <a:rPr lang="en-US" altLang="zh-TW" dirty="0">
                <a:solidFill>
                  <a:srgbClr val="00B0F0"/>
                </a:solidFill>
              </a:rPr>
              <a:t>Bash</a:t>
            </a:r>
            <a:r>
              <a:rPr lang="zh-TW" altLang="en-US" dirty="0">
                <a:solidFill>
                  <a:srgbClr val="00B0F0"/>
                </a:solidFill>
              </a:rPr>
              <a:t>輸入指令查看初始的設定參數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1FBCA4F5-E5BB-3189-07AB-217E3BC6A781}"/>
              </a:ext>
            </a:extLst>
          </p:cNvPr>
          <p:cNvSpPr txBox="1"/>
          <p:nvPr/>
        </p:nvSpPr>
        <p:spPr>
          <a:xfrm>
            <a:off x="1717955" y="3824497"/>
            <a:ext cx="45986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altLang="zh-TW" sz="16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git config ––list ––show—origin </a:t>
            </a:r>
            <a:endParaRPr lang="zh-TW" altLang="en-US" sz="16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內容版面配置區 2">
            <a:extLst>
              <a:ext uri="{FF2B5EF4-FFF2-40B4-BE49-F238E27FC236}">
                <a16:creationId xmlns:a16="http://schemas.microsoft.com/office/drawing/2014/main" id="{D444E1D1-AFAD-CB4A-F777-381A4CD925C5}"/>
              </a:ext>
            </a:extLst>
          </p:cNvPr>
          <p:cNvSpPr txBox="1">
            <a:spLocks/>
          </p:cNvSpPr>
          <p:nvPr/>
        </p:nvSpPr>
        <p:spPr>
          <a:xfrm>
            <a:off x="1340359" y="2986683"/>
            <a:ext cx="8662622" cy="692434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3776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51560" indent="-2857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8448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zh-TW" altLang="en-US" sz="1800" dirty="0">
                <a:solidFill>
                  <a:schemeClr val="bg1"/>
                </a:solidFill>
              </a:rPr>
              <a:t>查看</a:t>
            </a:r>
            <a:r>
              <a:rPr lang="en-US" altLang="zh-TW" sz="1800" dirty="0">
                <a:solidFill>
                  <a:schemeClr val="bg1"/>
                </a:solidFill>
              </a:rPr>
              <a:t>Git</a:t>
            </a:r>
            <a:r>
              <a:rPr lang="zh-TW" altLang="en-US" sz="1800" dirty="0">
                <a:solidFill>
                  <a:schemeClr val="bg1"/>
                </a:solidFill>
              </a:rPr>
              <a:t>所有設定與來源命令</a:t>
            </a:r>
            <a:r>
              <a:rPr lang="en-US" altLang="zh-TW" sz="1800" dirty="0">
                <a:solidFill>
                  <a:schemeClr val="bg1"/>
                </a:solidFill>
              </a:rPr>
              <a:t>(</a:t>
            </a:r>
            <a:r>
              <a:rPr lang="zh-TW" altLang="en-US" sz="1800" dirty="0">
                <a:solidFill>
                  <a:schemeClr val="bg1"/>
                </a:solidFill>
              </a:rPr>
              <a:t>顯示</a:t>
            </a:r>
            <a:r>
              <a:rPr lang="en-US" altLang="zh-TW" sz="1800" dirty="0">
                <a:solidFill>
                  <a:schemeClr val="bg1"/>
                </a:solidFill>
              </a:rPr>
              <a:t>Git</a:t>
            </a:r>
            <a:r>
              <a:rPr lang="zh-TW" altLang="en-US" sz="1800" dirty="0">
                <a:solidFill>
                  <a:schemeClr val="bg1"/>
                </a:solidFill>
              </a:rPr>
              <a:t>的設定值及設定值所在的文件來源位置</a:t>
            </a:r>
            <a:r>
              <a:rPr lang="en-US" altLang="zh-TW" sz="1800" dirty="0">
                <a:solidFill>
                  <a:schemeClr val="bg1"/>
                </a:solidFill>
              </a:rPr>
              <a:t>)</a:t>
            </a:r>
            <a:endParaRPr lang="zh-TW" altLang="en-US" sz="1800" dirty="0">
              <a:solidFill>
                <a:schemeClr val="bg1"/>
              </a:solidFill>
            </a:endParaRPr>
          </a:p>
        </p:txBody>
      </p:sp>
      <p:sp>
        <p:nvSpPr>
          <p:cNvPr id="6" name="內容版面配置區 2">
            <a:extLst>
              <a:ext uri="{FF2B5EF4-FFF2-40B4-BE49-F238E27FC236}">
                <a16:creationId xmlns:a16="http://schemas.microsoft.com/office/drawing/2014/main" id="{45676DA1-17B6-2797-918C-06A37D64808C}"/>
              </a:ext>
            </a:extLst>
          </p:cNvPr>
          <p:cNvSpPr txBox="1">
            <a:spLocks/>
          </p:cNvSpPr>
          <p:nvPr/>
        </p:nvSpPr>
        <p:spPr>
          <a:xfrm>
            <a:off x="1340359" y="4684263"/>
            <a:ext cx="6907714" cy="692434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3776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51560" indent="-2857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8448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zh-TW" altLang="en-US" sz="1800" dirty="0">
                <a:solidFill>
                  <a:schemeClr val="bg1"/>
                </a:solidFill>
              </a:rPr>
              <a:t>查看</a:t>
            </a:r>
            <a:r>
              <a:rPr lang="en-US" altLang="zh-TW" sz="1800" dirty="0">
                <a:solidFill>
                  <a:schemeClr val="bg1"/>
                </a:solidFill>
              </a:rPr>
              <a:t>Git</a:t>
            </a:r>
            <a:r>
              <a:rPr lang="zh-TW" altLang="en-US" sz="1800" dirty="0">
                <a:solidFill>
                  <a:schemeClr val="bg1"/>
                </a:solidFill>
              </a:rPr>
              <a:t>所有設定命令</a:t>
            </a:r>
            <a:r>
              <a:rPr lang="en-US" altLang="zh-TW" sz="1800" dirty="0">
                <a:solidFill>
                  <a:schemeClr val="bg1"/>
                </a:solidFill>
              </a:rPr>
              <a:t>(</a:t>
            </a:r>
            <a:r>
              <a:rPr lang="zh-TW" altLang="en-US" sz="1800" dirty="0">
                <a:solidFill>
                  <a:schemeClr val="bg1"/>
                </a:solidFill>
              </a:rPr>
              <a:t>僅顯示當前</a:t>
            </a:r>
            <a:r>
              <a:rPr lang="en-US" altLang="zh-TW" sz="1800" dirty="0">
                <a:solidFill>
                  <a:schemeClr val="bg1"/>
                </a:solidFill>
              </a:rPr>
              <a:t>Git</a:t>
            </a:r>
            <a:r>
              <a:rPr lang="zh-TW" altLang="en-US" sz="1800" dirty="0">
                <a:solidFill>
                  <a:schemeClr val="bg1"/>
                </a:solidFill>
              </a:rPr>
              <a:t>使用者的設定值</a:t>
            </a:r>
            <a:r>
              <a:rPr lang="en-US" altLang="zh-TW" sz="1800" dirty="0">
                <a:solidFill>
                  <a:schemeClr val="bg1"/>
                </a:solidFill>
              </a:rPr>
              <a:t>)</a:t>
            </a:r>
            <a:endParaRPr lang="zh-TW" altLang="en-US" sz="1800" dirty="0">
              <a:solidFill>
                <a:schemeClr val="bg1"/>
              </a:solidFill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EAD653F4-6C55-8C9B-A60D-C8EACCCAF416}"/>
              </a:ext>
            </a:extLst>
          </p:cNvPr>
          <p:cNvSpPr txBox="1"/>
          <p:nvPr/>
        </p:nvSpPr>
        <p:spPr>
          <a:xfrm>
            <a:off x="1717955" y="5548282"/>
            <a:ext cx="313927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altLang="zh-TW" sz="16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git config ––list </a:t>
            </a:r>
            <a:endParaRPr lang="zh-TW" altLang="en-US" sz="16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572296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BBE221-7B0B-76A5-1CA9-7D0574E07D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8E1611C-FEAE-4DE2-182D-F678E5D03A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123237"/>
            <a:ext cx="10890929" cy="1097280"/>
          </a:xfrm>
        </p:spPr>
        <p:txBody>
          <a:bodyPr anchor="ctr" anchorCtr="0"/>
          <a:lstStyle/>
          <a:p>
            <a:r>
              <a:rPr lang="en-US" altLang="zh-TW" dirty="0">
                <a:solidFill>
                  <a:srgbClr val="FFC000"/>
                </a:solidFill>
              </a:rPr>
              <a:t>Git Bash – Command Line</a:t>
            </a:r>
            <a:endParaRPr lang="zh-TW" altLang="en-US" dirty="0">
              <a:solidFill>
                <a:srgbClr val="FFC000"/>
              </a:solidFill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4120D05-E4DF-E312-86C5-DD627B68E5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7098" y="2122664"/>
            <a:ext cx="8439266" cy="692434"/>
          </a:xfrm>
        </p:spPr>
        <p:txBody>
          <a:bodyPr anchor="ctr" anchorCtr="0">
            <a:noAutofit/>
          </a:bodyPr>
          <a:lstStyle/>
          <a:p>
            <a:pPr>
              <a:buFont typeface="Wingdings" panose="05000000000000000000" pitchFamily="2" charset="2"/>
              <a:buChar char="l"/>
            </a:pPr>
            <a:r>
              <a:rPr lang="zh-TW" altLang="en-US" dirty="0">
                <a:solidFill>
                  <a:srgbClr val="00B0F0"/>
                </a:solidFill>
              </a:rPr>
              <a:t> </a:t>
            </a:r>
            <a:r>
              <a:rPr lang="en-US" altLang="zh-TW" dirty="0">
                <a:solidFill>
                  <a:srgbClr val="00B0F0"/>
                </a:solidFill>
              </a:rPr>
              <a:t>Git</a:t>
            </a:r>
            <a:r>
              <a:rPr lang="zh-TW" altLang="en-US" dirty="0">
                <a:solidFill>
                  <a:srgbClr val="00B0F0"/>
                </a:solidFill>
              </a:rPr>
              <a:t>初次安裝完成後修改使用者名稱及使用者電子郵件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3D902992-3FA2-34AD-F14B-6334A4347363}"/>
              </a:ext>
            </a:extLst>
          </p:cNvPr>
          <p:cNvSpPr txBox="1"/>
          <p:nvPr/>
        </p:nvSpPr>
        <p:spPr>
          <a:xfrm>
            <a:off x="1717955" y="3824497"/>
            <a:ext cx="57586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altLang="zh-TW" sz="16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git config ––global user.name “Daniel Hsu” </a:t>
            </a:r>
            <a:endParaRPr lang="zh-TW" altLang="en-US" sz="16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內容版面配置區 2">
            <a:extLst>
              <a:ext uri="{FF2B5EF4-FFF2-40B4-BE49-F238E27FC236}">
                <a16:creationId xmlns:a16="http://schemas.microsoft.com/office/drawing/2014/main" id="{B1D196B0-AF67-1254-11D8-36D27C59D265}"/>
              </a:ext>
            </a:extLst>
          </p:cNvPr>
          <p:cNvSpPr txBox="1">
            <a:spLocks/>
          </p:cNvSpPr>
          <p:nvPr/>
        </p:nvSpPr>
        <p:spPr>
          <a:xfrm>
            <a:off x="1340359" y="2986683"/>
            <a:ext cx="8662622" cy="692434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3776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51560" indent="-2857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8448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zh-TW" altLang="en-US" sz="1800" dirty="0">
                <a:solidFill>
                  <a:schemeClr val="bg1"/>
                </a:solidFill>
              </a:rPr>
              <a:t>修改使用者名稱</a:t>
            </a:r>
          </a:p>
        </p:txBody>
      </p:sp>
      <p:sp>
        <p:nvSpPr>
          <p:cNvPr id="6" name="內容版面配置區 2">
            <a:extLst>
              <a:ext uri="{FF2B5EF4-FFF2-40B4-BE49-F238E27FC236}">
                <a16:creationId xmlns:a16="http://schemas.microsoft.com/office/drawing/2014/main" id="{05C2B58A-D70C-1039-BCB3-965D3FA8A180}"/>
              </a:ext>
            </a:extLst>
          </p:cNvPr>
          <p:cNvSpPr txBox="1">
            <a:spLocks/>
          </p:cNvSpPr>
          <p:nvPr/>
        </p:nvSpPr>
        <p:spPr>
          <a:xfrm>
            <a:off x="1340359" y="4684263"/>
            <a:ext cx="6907714" cy="692434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3776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51560" indent="-2857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8448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zh-TW" altLang="en-US" sz="1800" dirty="0">
                <a:solidFill>
                  <a:schemeClr val="bg1"/>
                </a:solidFill>
              </a:rPr>
              <a:t>修改使用者電子郵件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4E47EF3E-7197-4F20-82EF-E63693FCCC12}"/>
              </a:ext>
            </a:extLst>
          </p:cNvPr>
          <p:cNvSpPr txBox="1"/>
          <p:nvPr/>
        </p:nvSpPr>
        <p:spPr>
          <a:xfrm>
            <a:off x="1717955" y="5548282"/>
            <a:ext cx="83135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altLang="zh-TW" sz="16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git config ––global user.email tengchiehhsu@gmail.com </a:t>
            </a:r>
            <a:endParaRPr lang="zh-TW" altLang="en-US" sz="16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263813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0DA797D-CF8E-8C27-4BC9-C8C5F29716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2222447-6303-2A51-5074-1A424BFC29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123237"/>
            <a:ext cx="10890929" cy="1097280"/>
          </a:xfrm>
        </p:spPr>
        <p:txBody>
          <a:bodyPr anchor="ctr" anchorCtr="0"/>
          <a:lstStyle/>
          <a:p>
            <a:r>
              <a:rPr lang="en-US" altLang="zh-TW" dirty="0">
                <a:solidFill>
                  <a:srgbClr val="FFC000"/>
                </a:solidFill>
              </a:rPr>
              <a:t>Git Bash – Command Line</a:t>
            </a:r>
            <a:endParaRPr lang="zh-TW" altLang="en-US" dirty="0">
              <a:solidFill>
                <a:srgbClr val="FFC000"/>
              </a:solidFill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9E5ACE2-EC53-E7DB-2542-5C91DEAA98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7097" y="2122664"/>
            <a:ext cx="10821161" cy="692434"/>
          </a:xfrm>
        </p:spPr>
        <p:txBody>
          <a:bodyPr anchor="ctr" anchorCtr="0">
            <a:noAutofit/>
          </a:bodyPr>
          <a:lstStyle/>
          <a:p>
            <a:pPr>
              <a:buFont typeface="Wingdings" panose="05000000000000000000" pitchFamily="2" charset="2"/>
              <a:buChar char="l"/>
            </a:pPr>
            <a:r>
              <a:rPr lang="zh-TW" altLang="en-US" dirty="0">
                <a:solidFill>
                  <a:srgbClr val="00B0F0"/>
                </a:solidFill>
              </a:rPr>
              <a:t> </a:t>
            </a:r>
            <a:r>
              <a:rPr lang="en-US" altLang="zh-TW" dirty="0">
                <a:solidFill>
                  <a:srgbClr val="00B0F0"/>
                </a:solidFill>
              </a:rPr>
              <a:t>Git</a:t>
            </a:r>
            <a:r>
              <a:rPr lang="zh-TW" altLang="en-US" dirty="0">
                <a:solidFill>
                  <a:srgbClr val="00B0F0"/>
                </a:solidFill>
              </a:rPr>
              <a:t>初次安裝完成後設定每次新建倉庫</a:t>
            </a:r>
            <a:r>
              <a:rPr lang="en-US" altLang="zh-TW" dirty="0">
                <a:solidFill>
                  <a:srgbClr val="00B0F0"/>
                </a:solidFill>
              </a:rPr>
              <a:t>(Repository)</a:t>
            </a:r>
            <a:r>
              <a:rPr lang="zh-TW" altLang="en-US" dirty="0">
                <a:solidFill>
                  <a:srgbClr val="00B0F0"/>
                </a:solidFill>
              </a:rPr>
              <a:t>時的分支</a:t>
            </a:r>
            <a:r>
              <a:rPr lang="en-US" altLang="zh-TW" dirty="0">
                <a:solidFill>
                  <a:srgbClr val="00B0F0"/>
                </a:solidFill>
              </a:rPr>
              <a:t>(Branch)</a:t>
            </a:r>
            <a:r>
              <a:rPr lang="zh-TW" altLang="en-US" dirty="0">
                <a:solidFill>
                  <a:srgbClr val="00B0F0"/>
                </a:solidFill>
              </a:rPr>
              <a:t>名稱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8D0028D1-76B2-FC4A-78B3-F77EA285B79B}"/>
              </a:ext>
            </a:extLst>
          </p:cNvPr>
          <p:cNvSpPr txBox="1"/>
          <p:nvPr/>
        </p:nvSpPr>
        <p:spPr>
          <a:xfrm>
            <a:off x="1717955" y="3824497"/>
            <a:ext cx="69077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</a:t>
            </a:r>
            <a:r>
              <a:rPr lang="zh-TW" altLang="en-US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define repository name: init.defaultbranch=master</a:t>
            </a:r>
            <a:r>
              <a:rPr lang="en-US" altLang="zh-TW" sz="16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endParaRPr lang="zh-TW" altLang="en-US" sz="16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內容版面配置區 2">
            <a:extLst>
              <a:ext uri="{FF2B5EF4-FFF2-40B4-BE49-F238E27FC236}">
                <a16:creationId xmlns:a16="http://schemas.microsoft.com/office/drawing/2014/main" id="{7A909361-0F71-FA0D-18D3-6B12E7339139}"/>
              </a:ext>
            </a:extLst>
          </p:cNvPr>
          <p:cNvSpPr txBox="1">
            <a:spLocks/>
          </p:cNvSpPr>
          <p:nvPr/>
        </p:nvSpPr>
        <p:spPr>
          <a:xfrm>
            <a:off x="1340359" y="2986683"/>
            <a:ext cx="8662622" cy="692434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3776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51560" indent="-2857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8448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zh-TW" altLang="en-US" sz="1800" dirty="0">
                <a:solidFill>
                  <a:schemeClr val="bg1"/>
                </a:solidFill>
              </a:rPr>
              <a:t>修改新建</a:t>
            </a:r>
            <a:r>
              <a:rPr lang="en-US" altLang="zh-TW" sz="1800" dirty="0">
                <a:solidFill>
                  <a:schemeClr val="bg1"/>
                </a:solidFill>
              </a:rPr>
              <a:t>Git</a:t>
            </a:r>
            <a:r>
              <a:rPr lang="zh-TW" altLang="en-US" sz="1800" dirty="0">
                <a:solidFill>
                  <a:schemeClr val="bg1"/>
                </a:solidFill>
              </a:rPr>
              <a:t> </a:t>
            </a:r>
            <a:r>
              <a:rPr lang="en-US" altLang="zh-TW" sz="1800" dirty="0">
                <a:solidFill>
                  <a:schemeClr val="bg1"/>
                </a:solidFill>
              </a:rPr>
              <a:t>Repository</a:t>
            </a:r>
            <a:r>
              <a:rPr lang="zh-TW" altLang="en-US" sz="1800" dirty="0">
                <a:solidFill>
                  <a:schemeClr val="bg1"/>
                </a:solidFill>
              </a:rPr>
              <a:t>分支名稱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AB08631E-5FF5-9159-62A0-8A39B78E220F}"/>
              </a:ext>
            </a:extLst>
          </p:cNvPr>
          <p:cNvSpPr txBox="1"/>
          <p:nvPr/>
        </p:nvSpPr>
        <p:spPr>
          <a:xfrm>
            <a:off x="1717955" y="4334636"/>
            <a:ext cx="727364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altLang="zh-TW" sz="16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git config ––global init.defaultbranch &lt;branch name&gt; </a:t>
            </a:r>
            <a:endParaRPr lang="zh-TW" altLang="en-US" sz="16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6FF03A98-A601-9278-A8D5-0BF7FF5875E6}"/>
              </a:ext>
            </a:extLst>
          </p:cNvPr>
          <p:cNvSpPr txBox="1"/>
          <p:nvPr/>
        </p:nvSpPr>
        <p:spPr>
          <a:xfrm>
            <a:off x="254806" y="6333766"/>
            <a:ext cx="481839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※</a:t>
            </a:r>
            <a:r>
              <a:rPr lang="en-US" altLang="zh-TW" sz="16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</a:t>
            </a:r>
            <a:r>
              <a:rPr lang="zh-TW" altLang="en-US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預設的</a:t>
            </a:r>
            <a:r>
              <a:rPr lang="en-US" altLang="zh-TW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Repository</a:t>
            </a:r>
            <a:r>
              <a:rPr lang="zh-TW" altLang="en-US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zh-TW" altLang="en-US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zh-TW" altLang="en-US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master </a:t>
            </a:r>
            <a:endParaRPr lang="zh-TW" altLang="en-US" sz="1600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032237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CDA87A6-6BBB-014B-A9C4-7ED4DB9A0B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E576B43-CB30-D01A-B5B1-7235D4B07E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102718"/>
            <a:ext cx="10890929" cy="662474"/>
          </a:xfrm>
        </p:spPr>
        <p:txBody>
          <a:bodyPr anchor="ctr" anchorCtr="0">
            <a:normAutofit/>
          </a:bodyPr>
          <a:lstStyle/>
          <a:p>
            <a:r>
              <a:rPr lang="en-US" altLang="zh-TW" sz="3200" dirty="0">
                <a:solidFill>
                  <a:srgbClr val="FFC000"/>
                </a:solidFill>
              </a:rPr>
              <a:t>Git Bash – Command Line</a:t>
            </a:r>
            <a:endParaRPr lang="zh-TW" altLang="en-US" sz="3200" dirty="0">
              <a:solidFill>
                <a:srgbClr val="FFC000"/>
              </a:solidFill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84B19A5-8D3B-9825-22A4-9754C7C61B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7097" y="1765192"/>
            <a:ext cx="4339679" cy="547027"/>
          </a:xfrm>
        </p:spPr>
        <p:txBody>
          <a:bodyPr anchor="ctr" anchorCtr="0">
            <a:noAutofit/>
          </a:bodyPr>
          <a:lstStyle/>
          <a:p>
            <a:pPr>
              <a:buFont typeface="Wingdings" panose="05000000000000000000" pitchFamily="2" charset="2"/>
              <a:buChar char="l"/>
            </a:pPr>
            <a:r>
              <a:rPr lang="zh-TW" altLang="en-US" dirty="0">
                <a:solidFill>
                  <a:srgbClr val="00B0F0"/>
                </a:solidFill>
              </a:rPr>
              <a:t> 建立新的</a:t>
            </a:r>
            <a:r>
              <a:rPr lang="en-US" altLang="zh-TW" dirty="0">
                <a:solidFill>
                  <a:srgbClr val="00B0F0"/>
                </a:solidFill>
              </a:rPr>
              <a:t>Git</a:t>
            </a:r>
            <a:r>
              <a:rPr lang="zh-TW" altLang="en-US" dirty="0">
                <a:solidFill>
                  <a:srgbClr val="00B0F0"/>
                </a:solidFill>
              </a:rPr>
              <a:t> </a:t>
            </a:r>
            <a:r>
              <a:rPr lang="en-US" altLang="zh-TW" dirty="0">
                <a:solidFill>
                  <a:srgbClr val="00B0F0"/>
                </a:solidFill>
              </a:rPr>
              <a:t>Repository</a:t>
            </a:r>
            <a:endParaRPr lang="zh-TW" altLang="en-US" dirty="0">
              <a:solidFill>
                <a:srgbClr val="00B0F0"/>
              </a:solidFill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300CB671-A28F-8FB7-B900-D6E740BF4B42}"/>
              </a:ext>
            </a:extLst>
          </p:cNvPr>
          <p:cNvSpPr txBox="1"/>
          <p:nvPr/>
        </p:nvSpPr>
        <p:spPr>
          <a:xfrm>
            <a:off x="1717954" y="2747130"/>
            <a:ext cx="9281740" cy="7994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首先在想要建立</a:t>
            </a:r>
            <a:r>
              <a:rPr lang="en-US" altLang="zh-TW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</a:t>
            </a:r>
            <a:r>
              <a:rPr lang="zh-TW" altLang="en-US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版本管控的路徑下建立一個新的資料夾作為</a:t>
            </a:r>
            <a:r>
              <a:rPr lang="en-US" altLang="zh-TW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</a:t>
            </a:r>
            <a:r>
              <a:rPr lang="zh-TW" altLang="en-US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版本控管倉庫</a:t>
            </a:r>
            <a:r>
              <a:rPr lang="en-US" altLang="zh-TW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zh-TW" altLang="en-US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就是新增資料夾然後自訂名字</a:t>
            </a:r>
            <a:r>
              <a:rPr lang="en-US" altLang="zh-TW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zh-TW" altLang="en-US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，完成後在</a:t>
            </a:r>
            <a:r>
              <a:rPr lang="en-US" altLang="zh-TW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</a:t>
            </a:r>
            <a:r>
              <a:rPr lang="zh-TW" altLang="en-US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Bash</a:t>
            </a:r>
            <a:r>
              <a:rPr lang="zh-TW" altLang="en-US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命令視窗中切換到剛才建立的目錄。</a:t>
            </a:r>
            <a:endParaRPr lang="zh-TW" altLang="en-US" sz="16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內容版面配置區 2">
            <a:extLst>
              <a:ext uri="{FF2B5EF4-FFF2-40B4-BE49-F238E27FC236}">
                <a16:creationId xmlns:a16="http://schemas.microsoft.com/office/drawing/2014/main" id="{218AF644-58BF-CC74-BA36-57F7D56ED231}"/>
              </a:ext>
            </a:extLst>
          </p:cNvPr>
          <p:cNvSpPr txBox="1">
            <a:spLocks/>
          </p:cNvSpPr>
          <p:nvPr/>
        </p:nvSpPr>
        <p:spPr>
          <a:xfrm>
            <a:off x="1340359" y="2252412"/>
            <a:ext cx="8662622" cy="586731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3776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51560" indent="-2857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8448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zh-TW" altLang="en-US" sz="1800" dirty="0">
                <a:solidFill>
                  <a:schemeClr val="bg1"/>
                </a:solidFill>
              </a:rPr>
              <a:t>建立新的</a:t>
            </a:r>
            <a:r>
              <a:rPr lang="en-US" altLang="zh-TW" sz="1800" dirty="0">
                <a:solidFill>
                  <a:schemeClr val="bg1"/>
                </a:solidFill>
              </a:rPr>
              <a:t>Git</a:t>
            </a:r>
            <a:r>
              <a:rPr lang="zh-TW" altLang="en-US" sz="1800" dirty="0">
                <a:solidFill>
                  <a:schemeClr val="bg1"/>
                </a:solidFill>
              </a:rPr>
              <a:t> </a:t>
            </a:r>
            <a:r>
              <a:rPr lang="en-US" altLang="zh-TW" sz="1800" dirty="0">
                <a:solidFill>
                  <a:schemeClr val="bg1"/>
                </a:solidFill>
              </a:rPr>
              <a:t>Repository</a:t>
            </a:r>
            <a:r>
              <a:rPr lang="zh-TW" altLang="en-US" sz="1800" dirty="0">
                <a:solidFill>
                  <a:schemeClr val="bg1"/>
                </a:solidFill>
              </a:rPr>
              <a:t>目錄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BAAA2BEA-7482-213A-91B7-9121C8E0633C}"/>
              </a:ext>
            </a:extLst>
          </p:cNvPr>
          <p:cNvSpPr txBox="1"/>
          <p:nvPr/>
        </p:nvSpPr>
        <p:spPr>
          <a:xfrm>
            <a:off x="2034847" y="3566933"/>
            <a:ext cx="42404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altLang="zh-TW" sz="16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cd d:/CAI_Project/git_test </a:t>
            </a:r>
            <a:endParaRPr lang="zh-TW" altLang="en-US" sz="16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內容版面配置區 2">
            <a:extLst>
              <a:ext uri="{FF2B5EF4-FFF2-40B4-BE49-F238E27FC236}">
                <a16:creationId xmlns:a16="http://schemas.microsoft.com/office/drawing/2014/main" id="{F0BC99AF-5605-7791-B16A-0E5CE4D8010C}"/>
              </a:ext>
            </a:extLst>
          </p:cNvPr>
          <p:cNvSpPr txBox="1">
            <a:spLocks/>
          </p:cNvSpPr>
          <p:nvPr/>
        </p:nvSpPr>
        <p:spPr>
          <a:xfrm>
            <a:off x="1340358" y="4946790"/>
            <a:ext cx="3617123" cy="430118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3776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51560" indent="-2857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8448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zh-TW" altLang="en-US" sz="1800" dirty="0">
                <a:solidFill>
                  <a:schemeClr val="bg1"/>
                </a:solidFill>
              </a:rPr>
              <a:t>初始化</a:t>
            </a:r>
            <a:r>
              <a:rPr lang="en-US" altLang="zh-TW" sz="1800" dirty="0">
                <a:solidFill>
                  <a:schemeClr val="bg1"/>
                </a:solidFill>
              </a:rPr>
              <a:t>Git</a:t>
            </a:r>
            <a:r>
              <a:rPr lang="zh-TW" altLang="en-US" sz="1800" dirty="0">
                <a:solidFill>
                  <a:schemeClr val="bg1"/>
                </a:solidFill>
              </a:rPr>
              <a:t> </a:t>
            </a:r>
            <a:r>
              <a:rPr lang="en-US" altLang="zh-TW" sz="1800" dirty="0">
                <a:solidFill>
                  <a:schemeClr val="bg1"/>
                </a:solidFill>
              </a:rPr>
              <a:t>Repository</a:t>
            </a:r>
            <a:r>
              <a:rPr lang="zh-TW" altLang="en-US" sz="1800" dirty="0">
                <a:solidFill>
                  <a:schemeClr val="bg1"/>
                </a:solidFill>
              </a:rPr>
              <a:t>目錄指令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0DEC97E7-B73C-8160-B454-DEA5021C5391}"/>
              </a:ext>
            </a:extLst>
          </p:cNvPr>
          <p:cNvSpPr txBox="1"/>
          <p:nvPr/>
        </p:nvSpPr>
        <p:spPr>
          <a:xfrm>
            <a:off x="1717954" y="3905487"/>
            <a:ext cx="9281740" cy="4301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切換到剛才建立的目錄後，在</a:t>
            </a:r>
            <a:r>
              <a:rPr lang="en-US" altLang="zh-TW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zh-TW" altLang="en-US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之前會顯示目前所在的路徑，如下：</a:t>
            </a:r>
            <a:endParaRPr lang="zh-TW" altLang="en-US" sz="16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6C34DB80-E9A7-9113-2D51-5B4C4F7EB519}"/>
              </a:ext>
            </a:extLst>
          </p:cNvPr>
          <p:cNvSpPr txBox="1"/>
          <p:nvPr/>
        </p:nvSpPr>
        <p:spPr>
          <a:xfrm>
            <a:off x="2034847" y="4362015"/>
            <a:ext cx="72736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Daniel.hsu@DESKTOP-2C8EEA2 </a:t>
            </a:r>
            <a:r>
              <a:rPr lang="en-US" altLang="zh-TW" sz="1600" dirty="0">
                <a:solidFill>
                  <a:srgbClr val="FF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MINGW64</a:t>
            </a:r>
            <a:r>
              <a:rPr lang="en-US" altLang="zh-TW" sz="16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600" dirty="0">
                <a:solidFill>
                  <a:srgbClr val="FFC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/d/CAI_Project/git_test</a:t>
            </a:r>
          </a:p>
          <a:p>
            <a:r>
              <a:rPr lang="en-US" altLang="zh-TW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altLang="zh-TW" sz="16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zh-TW" altLang="en-US" sz="16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1F2F76F4-9BF8-D671-6BB9-4D3E424D1B52}"/>
              </a:ext>
            </a:extLst>
          </p:cNvPr>
          <p:cNvSpPr txBox="1"/>
          <p:nvPr/>
        </p:nvSpPr>
        <p:spPr>
          <a:xfrm>
            <a:off x="2034848" y="5448712"/>
            <a:ext cx="27254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altLang="zh-TW" sz="16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git init</a:t>
            </a:r>
            <a:endParaRPr lang="zh-TW" altLang="en-US" sz="16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0FEB5CB1-1543-767D-1BC2-8C5BED4DD824}"/>
              </a:ext>
            </a:extLst>
          </p:cNvPr>
          <p:cNvSpPr txBox="1"/>
          <p:nvPr/>
        </p:nvSpPr>
        <p:spPr>
          <a:xfrm>
            <a:off x="1717954" y="5746624"/>
            <a:ext cx="5310375" cy="4301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初始化完成後，所在的目錄路徑會出現 </a:t>
            </a:r>
            <a:r>
              <a:rPr lang="en-US" altLang="zh-TW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master</a:t>
            </a:r>
            <a:r>
              <a:rPr lang="zh-TW" altLang="en-US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，如下：</a:t>
            </a:r>
            <a:endParaRPr lang="zh-TW" altLang="en-US" sz="16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85721289-3BCC-5498-9364-A4499EB0097E}"/>
              </a:ext>
            </a:extLst>
          </p:cNvPr>
          <p:cNvSpPr txBox="1"/>
          <p:nvPr/>
        </p:nvSpPr>
        <p:spPr>
          <a:xfrm>
            <a:off x="2034847" y="6137325"/>
            <a:ext cx="883037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Daniel.hsu@DESKTOP-2C8EEA2 </a:t>
            </a:r>
            <a:r>
              <a:rPr lang="en-US" altLang="zh-TW" sz="1600" dirty="0">
                <a:solidFill>
                  <a:srgbClr val="FF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MINGW64</a:t>
            </a:r>
            <a:r>
              <a:rPr lang="en-US" altLang="zh-TW" sz="16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600" dirty="0">
                <a:solidFill>
                  <a:srgbClr val="FFC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/d/CAI_Project/git_test</a:t>
            </a:r>
            <a:r>
              <a:rPr lang="zh-TW" altLang="en-US" sz="1600" dirty="0">
                <a:solidFill>
                  <a:srgbClr val="FFC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600" dirty="0">
                <a:solidFill>
                  <a:srgbClr val="33CC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(master)</a:t>
            </a:r>
          </a:p>
          <a:p>
            <a:r>
              <a:rPr lang="en-US" altLang="zh-TW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altLang="zh-TW" sz="16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zh-TW" altLang="en-US" sz="16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41242470"/>
      </p:ext>
    </p:extLst>
  </p:cSld>
  <p:clrMapOvr>
    <a:masterClrMapping/>
  </p:clrMapOvr>
</p:sld>
</file>

<file path=ppt/theme/theme1.xml><?xml version="1.0" encoding="utf-8"?>
<a:theme xmlns:a="http://schemas.openxmlformats.org/drawingml/2006/main" name="DashVTI">
  <a:themeElements>
    <a:clrScheme name="Custom 6">
      <a:dk1>
        <a:sysClr val="windowText" lastClr="000000"/>
      </a:dk1>
      <a:lt1>
        <a:sysClr val="window" lastClr="FFFFFF"/>
      </a:lt1>
      <a:dk2>
        <a:srgbClr val="0D1C3B"/>
      </a:dk2>
      <a:lt2>
        <a:srgbClr val="F5F2F9"/>
      </a:lt2>
      <a:accent1>
        <a:srgbClr val="1973EB"/>
      </a:accent1>
      <a:accent2>
        <a:srgbClr val="25C8A2"/>
      </a:accent2>
      <a:accent3>
        <a:srgbClr val="BF8ED1"/>
      </a:accent3>
      <a:accent4>
        <a:srgbClr val="FE733C"/>
      </a:accent4>
      <a:accent5>
        <a:srgbClr val="FE5A5A"/>
      </a:accent5>
      <a:accent6>
        <a:srgbClr val="1AC16E"/>
      </a:accent6>
      <a:hlink>
        <a:srgbClr val="1AC16E"/>
      </a:hlink>
      <a:folHlink>
        <a:srgbClr val="00B0F0"/>
      </a:folHlink>
    </a:clrScheme>
    <a:fontScheme name="grandview display">
      <a:majorFont>
        <a:latin typeface="Grandview Display"/>
        <a:ea typeface=""/>
        <a:cs typeface=""/>
      </a:majorFont>
      <a:minorFont>
        <a:latin typeface="Grandview Display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shVTI" id="{0A75137F-CDEB-4E94-A788-9D255EBE1B91}" vid="{DE9A6A09-5855-45A3-8E99-4290ED24057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視圖</Template>
  <TotalTime>121</TotalTime>
  <Words>339</Words>
  <Application>Microsoft Office PowerPoint</Application>
  <PresentationFormat>寬螢幕</PresentationFormat>
  <Paragraphs>34</Paragraphs>
  <Slides>5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5</vt:i4>
      </vt:variant>
    </vt:vector>
  </HeadingPairs>
  <TitlesOfParts>
    <vt:vector size="10" baseType="lpstr">
      <vt:lpstr>Arial</vt:lpstr>
      <vt:lpstr>Courier New</vt:lpstr>
      <vt:lpstr>Grandview Display</vt:lpstr>
      <vt:lpstr>Wingdings</vt:lpstr>
      <vt:lpstr>DashVTI</vt:lpstr>
      <vt:lpstr>Git</vt:lpstr>
      <vt:lpstr>Git Bash – Command Line</vt:lpstr>
      <vt:lpstr>Git Bash – Command Line</vt:lpstr>
      <vt:lpstr>Git Bash – Command Line</vt:lpstr>
      <vt:lpstr>Git Bash – Command Line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Conserve_Lic3</dc:creator>
  <cp:lastModifiedBy>Conserve_Lic3</cp:lastModifiedBy>
  <cp:revision>3</cp:revision>
  <dcterms:created xsi:type="dcterms:W3CDTF">2025-11-13T07:35:53Z</dcterms:created>
  <dcterms:modified xsi:type="dcterms:W3CDTF">2025-11-13T09:37:30Z</dcterms:modified>
</cp:coreProperties>
</file>